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PERFORMANCE PREDICTION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Propagation in Machine Learning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Educational Deep Dive into Feed-Forward Neural Networks, ReLU Activations &amp; Softmax Classifications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4297680"/>
            <a:ext cx="10332720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480560"/>
            <a:ext cx="9784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Domain: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/ Neural Networks / Educational Demonstration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Inputs (Attendance, Marks, Study Hours) → 4 Hidden (ReLU) → 2 Outputs (Softmax)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Scope: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Multiplication, Biases, Activation Functions &amp; Numerical Stability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PROJECT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Introduction, Problem Statement &amp; Project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Problem Statement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• Black-Box Misconception: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Beginners frequently view neural networks as opaque black boxes without understanding inner vector mathematics.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• Abstract Teaching: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Academic textbooks often state equations without showing exact matrix transformations on concrete numbers.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• Need for Transparency: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Students need clear, verifiable step-by-step arithmetic from raw academic attributes to probability distributions.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Core Objectives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10312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• Transparent Implementation: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Build a multi-layer perceptron running pure forward propagation with documented weights and biases.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• Step-by-Step Visualization: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Provide a real-time reactive interface displaying intermediate sums, ReLU clipping, and Softmax logs.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• Dual Precision Display: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Present rounded whole-number views for intuitive comprehension while maintaining full floating-point precision.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Educational Boundaries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103120"/>
            <a:ext cx="30175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• Illustrative Network: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Employs carefully calibrated pedagogical weights designed to illustrate mathematical principles.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• Explicit Disclaimers: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No fabricated training metrics, false accuracies, or synthetic clinical claims.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• Foundation for ML: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Prepares learners for advanced concepts like Backpropagation, Gradient Descent, and Loss Functions.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NEURAL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System Architecture: 3-Layer Feed-Forward Topology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828800"/>
            <a:ext cx="2926080" cy="3840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2011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INPUT LAYER (x ∈ ℝ³)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63040" y="25603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Attendance (0–100%)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63040" y="34747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474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3566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Exam Marks (0–100)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463040" y="43891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46304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x₃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44805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Study Hours (0–12 h/d)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1828800"/>
            <a:ext cx="3200400" cy="3840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011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HIDDEN LAYER (4 Neurons + ReLU)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46888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2468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2560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h₁: Academic Aptitude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320040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3291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h₂: Consistency &amp; Effort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393192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h₃: At-Risk Pattern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466344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4846320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0" y="47548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h₄: Baseline Competence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21040" y="1828800"/>
            <a:ext cx="2834640" cy="38404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2011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</a:rPr>
              <a:t>OUTPUT LAYER (Softmax)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595360" y="292608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859536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y₁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326880" y="301752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PASS Probability (%)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95360" y="4023360"/>
            <a:ext cx="640080" cy="6400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859536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326880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FAIL Probability (%)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MATHEMATICAL FORMULATION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Forward Propagation Workflow with Explicit Formulas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Linear Combinations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2103120" cy="1005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560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z_hidden = W₁ · X + b₁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365760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Dot product of inputs (X) and weight matrix (W₁) plus bias vector (b₁). Computes pre-activation logits.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ReLU Non-Linearity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0" y="2468880"/>
            <a:ext cx="2103120" cy="1005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4" name="Text 12"/>
          <p:cNvSpPr/>
          <p:nvPr/>
        </p:nvSpPr>
        <p:spPr>
          <a:xfrm>
            <a:off x="3703320" y="2560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a = max(0, z_hidden)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65760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Rectified Linear Unit zeroes out negative responses, introducing non-linear feature representation.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STEP 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Output Affine Map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2468880"/>
            <a:ext cx="2103120" cy="1005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560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z_out = W₂ · a + b₂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Second linear transformation weighting activated hidden neurons into PASS and FAIL output logits.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961120" y="146304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STEP 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0" y="19202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Numerically Stable Softmax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144000" y="2468880"/>
            <a:ext cx="2103120" cy="10058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6" name="Text 24"/>
          <p:cNvSpPr/>
          <p:nvPr/>
        </p:nvSpPr>
        <p:spPr>
          <a:xfrm>
            <a:off x="9189720" y="256032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P(y_i) = e^(z_i - max(z)) / Σ e^(z_j - max(z))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0" y="365760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Converts unconstrained real-valued logits into normalized probability distribution summing to 1.0 (100%).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INPUT DATA SPECIFICATION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Student Input Example: Attendance, Marks &amp; Study Hours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Feature Parameter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194560"/>
            <a:ext cx="46634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2860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Student Attendance (Default: 85%)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6060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Valid Range: 0% – 100% | Measures classroom discipline, consistency and engagement.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3383280"/>
            <a:ext cx="46634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4747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Exam Marks (Default: 70)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7947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Valid Range: 0 – 100 | Represents academic knowledge mastery on summative evaluations.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05840" y="4572000"/>
            <a:ext cx="4663440" cy="1051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6634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Daily Study Hours (Default: 4 hrs)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498348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Valid Range: 0 – 12 hrs/day | Indicates individual preparation time outside mandatory lecture periods.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Demonstration Test Profiles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92240" y="2103120"/>
            <a:ext cx="46634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2176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Profile A: High Achiever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240487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Attendance: 95% | Marks: 90 | Study: 8 hrs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75120" y="263347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PASS 99.86% | FAIL 0.14%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92240" y="3063240"/>
            <a:ext cx="46634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1363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Profile B: Default Benchmark Student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5120" y="336499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Attendance: 85% | Marks: 70 | Study: 4 hrs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359359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PASS 98.67% | FAIL 1.33%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92240" y="4023360"/>
            <a:ext cx="46634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0" y="40965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Profile C: At-Risk / Borderline Student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432511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Attendance: 45% | Marks: 38 | Study: 1 hr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455371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PASS 52.74% | FAIL 47.26%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92240" y="4983480"/>
            <a:ext cx="46634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5056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Profile D: Underperforming Student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528523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Attendance: 30% | Marks: 25 | Study: 1 hr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5513832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PASS 24.48% | FAIL 75.52%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STEP-BY-STEP CALCULATION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93B"/>
                </a:solidFill>
              </a:rPr>
              <a:t>Worked Numerical Example (Default Student: Att=85, Marks=70, Study=4)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438912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1. Hidden Layer (W₁ · X + b₁) &amp; ReLU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40233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Neuron h₁ (Academic Aptitude):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z₁ = (0.020×85) + (0.030×70) + (0.080×4) - 2.20 = 1.9200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6A34A"/>
                </a:solidFill>
              </a:rPr>
              <a:t>a₁ = ReLU(1.9200) = 1.9200 (Rounded: 2)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Neuron h₂ (Consistency &amp; Effort):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z₂ = (0.025×85) + (0.015×70) + (0.100×4) - 1.80 = 1.7750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6A34A"/>
                </a:solidFill>
              </a:rPr>
              <a:t>a₂ = ReLU(1.7750) = 1.7750 (Rounded: 2)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Neuron h₃ (At-Risk Pattern):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z₃ = (-0.025×85) + (-0.035×70) + (-0.060×4) + 2.60 = -2.2150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DC2626"/>
                </a:solidFill>
              </a:rPr>
              <a:t>a₃ = ReLU(-2.2150) = 0.0000 (Deactivated / Clipped)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Neuron h₄ (Baseline Competence):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z₄ = (0.010×85) + (0.015×70) + (0.040×4) - 1.00 = 1.0600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6A34A"/>
                </a:solidFill>
              </a:rPr>
              <a:t>a₄ = ReLU(1.0600) = 1.0600 (Rounded: 1)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394960" y="1463040"/>
            <a:ext cx="31089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7784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2. Output Logits (W₂ · a + b₂)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77840" y="2011680"/>
            <a:ext cx="2743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Pass Logit (z_pass):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= (0.55 × 1.9200)
  + (0.45 × 1.7750)
  + (-0.70 × 0.0000)
  + (0.30 × 1.0600) + 0.10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= 1.056 + 0.7988 + 0 + 0.318 + 0.10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6A34A"/>
                </a:solidFill>
              </a:rPr>
              <a:t>= 2.2727 (Rounded: 2)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Fail Logit (z_fail):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= (-0.50 × 1.9200)
  + (-0.40 × 1.7750)
  + (0.75 × 0.0000)
  + (-0.25 × 1.0600) - 0.10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= -0.96 - 0.71 - 0 - 0.265 - 0.10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DC2626"/>
                </a:solidFill>
              </a:rPr>
              <a:t>= -2.0350 (Rounded: -2)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778240" y="1463040"/>
            <a:ext cx="26517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</a:rPr>
              <a:t>3. Softmax &amp; Result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61120" y="2011680"/>
            <a:ext cx="22860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Shift by max(z) = 2.2727: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e^(2.2727 - 2.2727) = e^0 = 1.0000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e^(-2.0350 - 2.2727) = e^(-4.3077)
= 0.01346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Sum of Exponents:
</a:t>
            </a:r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1E293B"/>
                </a:solidFill>
              </a:rPr>
              <a:t>Σ = 1.0000 + 0.0135 = 1.0135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E293B"/>
                </a:solidFill>
              </a:rPr>
              <a:t>Final Probabilities: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16A34A"/>
                </a:solidFill>
              </a:rPr>
              <a:t>PASS = 1.0000 / 1.0135
= 98.67%
</a:t>
            </a:r>
            <a:pPr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DC2626"/>
                </a:solidFill>
              </a:rPr>
              <a:t>FAIL = 0.0135 / 1.0135
= 1.33%
</a:t>
            </a:r>
            <a:pPr indent="0" marL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16A34A"/>
                </a:solidFill>
              </a:rPr>
              <a:t>PREDICTED: PASS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PRACTICAL IMPLICATIONS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Website Demonstration, Applications, Advantages &amp;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Interactive Web Platform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0574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Responsive Vite + React + TypeScript web application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Instant dynamic calculations upon any input adjustment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Interactive SVG neural network diagram with layer nodes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Dual-view toggle: integer rounded vs exact raw decimals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</a:rPr>
              <a:t>Educational Applications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05740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Undergraduate artificial intelligence &amp; machine learning lectures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Classroom visualization of matrix transformations and dot products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Intuitive demonstration of activation function thresholding (ReLU)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Concrete hands-on preparation for studying backpropagation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Project Advantages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Complete transparency: 100% open math, no hidden weights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Zero server latency: runs fully client-side in the browser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Numeric stability: protects against floating-point overflow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Validated UI: built-in input boundary validation and presets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40233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Known Limitations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43484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Illustrative parameters: not trained on clinical or actual students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Fixed static weights: lacks backpropagation gradient updates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Simplified feature set: real academic success has many factors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• Non-prescriptive: strictly for classroom teaching and exploration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CONCLUSION &amp; FUTURE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Project Summary, Future Scope &amp; Questions &amp; Answers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</a:rPr>
              <a:t>Summary &amp; Key Takeaways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103120"/>
            <a:ext cx="46634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1. Demystifying Neural Operations: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Successfully proved how raw attributes transform into probability scores through sequential matrix arithmetic.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2. Mathematical Rigor in Action: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Demonstrated practical ReLU rectification (killing negative noise) and numerically shifted Softmax.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E293B"/>
                </a:solidFill>
              </a:rPr>
              <a:t>3. Educational Integrity:
</a:t>
            </a:r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</a:rPr>
              <a:t>Established that transparent, unpretentious simulation fosters genuine comprehension better than black-box hype.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2120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6459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</a:rPr>
              <a:t>Future Research &amp; Extensions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103120"/>
            <a:ext cx="46634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• Backpropagation Engine: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Implement SGD and Adam optimizers with live epoch-by-epoch loss curves.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• Real Dataset Integration: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Train on anonymized institutional benchmarks with cross-validation.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• Multi-Class Outputs: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Extend predictions from binary Pass/Fail to Letter Grades (A, B, C, D, F).
</a:t>
            </a:r>
            <a:pPr indent="0" marL="0">
              <a:lnSpc>
                <a:spcPts val="1600"/>
              </a:lnSpc>
              <a:buNone/>
            </a:pPr>
            <a:r>
              <a:rPr lang="en-US" sz="1100" b="1" dirty="0">
                <a:solidFill>
                  <a:srgbClr val="1E293B"/>
                </a:solidFill>
              </a:rPr>
              <a:t>• Model Explainability: </a:t>
            </a:r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E293B"/>
                </a:solidFill>
              </a:rPr>
              <a:t>Add SHAP values to explain individual feature attribution.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4572000"/>
            <a:ext cx="5212080" cy="1463040"/>
          </a:xfrm>
          <a:prstGeom prst="round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47548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QUESTIONS &amp; ANSWERS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521208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Thank you! We welcome questions on forward propagation, network topology, and numerical evaluation.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2026-10-09T07:48:04Z</dcterms:created>
  <dcterms:modified xsi:type="dcterms:W3CDTF">2026-10-09T07:48:04Z</dcterms:modified>
</cp:coreProperties>
</file>